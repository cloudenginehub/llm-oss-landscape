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Infra —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Infra — application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Infra — runtime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Infra —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Infra — age comparison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Infra — serving and pre-training activity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Infra — PyTorch and Apache foundation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pressure lands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runtime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BLE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2-agent-infra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3-agent-infra-appl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4-agent-infra-ru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5-model-infra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6-model-infra-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7-model-infra-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8-model-infra-foun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09-pressure-l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10-agent-ru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open-infra-pptx.vAvLjf/11-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Ant Open Source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AI Agents Need from Open Infrastructure — Screenshot Deck</dc:title>
  <dc:subject>What AI Agents Need from Open Infrastructure</dc:subject>
  <dc:creator>Yaya Xia</dc:creator>
  <cp:lastModifiedBy>Yaya Xia</cp:lastModifiedBy>
  <cp:revision>1</cp:revision>
  <dcterms:created xsi:type="dcterms:W3CDTF">2026-09-06T08:31:31Z</dcterms:created>
  <dcterms:modified xsi:type="dcterms:W3CDTF">2026-09-06T08:31:31Z</dcterms:modified>
</cp:coreProperties>
</file>